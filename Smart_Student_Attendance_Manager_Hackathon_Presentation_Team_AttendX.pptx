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Smart Student Attendance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Hackathon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3756"/>
                </a:solidFill>
              </a:defRPr>
            </a:pPr>
            <a:r>
              <a:t>Smart Student Attendance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7180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5A5A5A"/>
                </a:solidFill>
              </a:defRPr>
            </a:pPr>
            <a:r>
              <a:t>A simple web app to record, track and understand student attendance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4069080"/>
            <a:ext cx="4663440" cy="91440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4233672"/>
            <a:ext cx="4297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709160"/>
            <a:ext cx="42976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A5A5A"/>
                </a:solidFill>
              </a:defRPr>
            </a:pPr>
            <a:r>
              <a:t>Team: AttendX</a:t>
            </a:r>
          </a:p>
          <a:p>
            <a:pPr algn="ctr">
              <a:defRPr sz="1400"/>
            </a:pPr>
            <a:r>
              <a:t>Charchit Mewara  •  Aditya Sharma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Why attendance management needs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</a:defRPr>
            </a:pPr>
            <a:r>
              <a:t>• Teachers may maintain attendance in registers or spreadsheets.</a:t>
            </a:r>
          </a:p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</a:defRPr>
            </a:pPr>
            <a:r>
              <a:t>• Manual percentage calculations take extra time.</a:t>
            </a:r>
          </a:p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</a:defRPr>
            </a:pPr>
            <a:r>
              <a:t>• It is difficult to quickly identify subjects with low attendance.</a:t>
            </a:r>
          </a:p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</a:defRPr>
            </a:pPr>
            <a:r>
              <a:t>• Attendance trends are not always easy to understand from raw data.</a:t>
            </a:r>
          </a:p>
          <a:p>
            <a:pPr>
              <a:spcAft>
                <a:spcPts val="1100"/>
              </a:spcAft>
              <a:defRPr sz="2000">
                <a:solidFill>
                  <a:srgbClr val="2D2D2D"/>
                </a:solidFill>
              </a:defRPr>
            </a:pPr>
            <a:r>
              <a:t>• Preparing a clear attendance report can require additional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One place for the complete attendance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141732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1. Manage Subjects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Add and maintain the subjects for the semester.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2. Mark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Record present/absent attendance for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141732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3. Track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57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View previous attendance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246120"/>
            <a:ext cx="3383280" cy="1417320"/>
          </a:xfrm>
          <a:prstGeom prst="roundRect">
            <a:avLst/>
          </a:prstGeom>
          <a:solidFill>
            <a:srgbClr val="EEF4FA"/>
          </a:solidFill>
          <a:ln>
            <a:solidFill>
              <a:srgbClr val="41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4107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4. 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886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See percentages, trends and subject-wise charts.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46120"/>
            <a:ext cx="3383280" cy="1417320"/>
          </a:xfrm>
          <a:prstGeom prst="roundRect">
            <a:avLst/>
          </a:prstGeom>
          <a:solidFill>
            <a:srgbClr val="EEF4FA"/>
          </a:solidFill>
          <a:ln>
            <a:solidFill>
              <a:srgbClr val="DC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107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5. Plan &amp;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Use What-If calculations and download PDF reports.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How the Application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Typical teacher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73736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7627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Login</a:t>
            </a:r>
          </a:p>
        </p:txBody>
      </p:sp>
      <p:sp>
        <p:nvSpPr>
          <p:cNvPr id="7" name="Chevron 6"/>
          <p:cNvSpPr/>
          <p:nvPr/>
        </p:nvSpPr>
        <p:spPr>
          <a:xfrm>
            <a:off x="2423160" y="2359152"/>
            <a:ext cx="640080" cy="502920"/>
          </a:xfrm>
          <a:prstGeom prst="chevron">
            <a:avLst/>
          </a:prstGeom>
          <a:solidFill>
            <a:srgbClr val="41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173736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7627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Dashboard</a:t>
            </a:r>
          </a:p>
        </p:txBody>
      </p:sp>
      <p:sp>
        <p:nvSpPr>
          <p:cNvPr id="11" name="Chevron 10"/>
          <p:cNvSpPr/>
          <p:nvPr/>
        </p:nvSpPr>
        <p:spPr>
          <a:xfrm>
            <a:off x="4526280" y="2359152"/>
            <a:ext cx="640080" cy="502920"/>
          </a:xfrm>
          <a:prstGeom prst="chevron">
            <a:avLst/>
          </a:prstGeom>
          <a:solidFill>
            <a:srgbClr val="41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2011680"/>
            <a:ext cx="173736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17627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Mark Attendance</a:t>
            </a:r>
          </a:p>
        </p:txBody>
      </p:sp>
      <p:sp>
        <p:nvSpPr>
          <p:cNvPr id="15" name="Chevron 14"/>
          <p:cNvSpPr/>
          <p:nvPr/>
        </p:nvSpPr>
        <p:spPr>
          <a:xfrm>
            <a:off x="6629400" y="2359152"/>
            <a:ext cx="640080" cy="502920"/>
          </a:xfrm>
          <a:prstGeom prst="chevron">
            <a:avLst/>
          </a:prstGeom>
          <a:solidFill>
            <a:srgbClr val="41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2011680"/>
            <a:ext cx="173736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17627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Analytics</a:t>
            </a:r>
          </a:p>
        </p:txBody>
      </p:sp>
      <p:sp>
        <p:nvSpPr>
          <p:cNvPr id="19" name="Chevron 18"/>
          <p:cNvSpPr/>
          <p:nvPr/>
        </p:nvSpPr>
        <p:spPr>
          <a:xfrm>
            <a:off x="9098280" y="2359152"/>
            <a:ext cx="640080" cy="502920"/>
          </a:xfrm>
          <a:prstGeom prst="chevron">
            <a:avLst/>
          </a:prstGeom>
          <a:solidFill>
            <a:srgbClr val="41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2011680"/>
            <a:ext cx="173736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17627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PDF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D2D2D"/>
                </a:solidFill>
              </a:defRPr>
            </a:pPr>
            <a:r>
              <a:t>• The user moves from recording attendance to understanding the data without changing tools.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Main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Quick overview of attendance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Overall Attendance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Shows the current attendance percentage at a glance.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41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Subject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Compare attendance across different subjects.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371600"/>
          </a:xfrm>
          <a:prstGeom prst="roundRect">
            <a:avLst/>
          </a:prstGeom>
          <a:solidFill>
            <a:srgbClr val="EEF4FA"/>
          </a:solidFill>
          <a:ln>
            <a:solidFill>
              <a:srgbClr val="DC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Attention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Highlights subjects where attendance may be 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The dashboard is designed to give the teacher a quick status before opening detailed pages.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Charts and summary information reduce the need for manual calculations.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Mark Attendance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The daily attendance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Select the subject and attendance date.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Record whether the class/student is Present or Absent.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Save the attendance record to the database.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The recorded data is then available in history and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508760"/>
            <a:ext cx="4389120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73351"/>
            <a:ext cx="4023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Select Subject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48839"/>
            <a:ext cx="402335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Example: Data Structures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606040"/>
            <a:ext cx="4389120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770632"/>
            <a:ext cx="4023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Select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46120"/>
            <a:ext cx="402335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Example: 13 September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703320"/>
            <a:ext cx="4389120" cy="86868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867911"/>
            <a:ext cx="4023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343400"/>
            <a:ext cx="402335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Present / Absent → Save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Attendance History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Turn attendance records into useful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150876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Attendance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Review earlier attendance records by date and subject.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74720" cy="150876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Interactive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108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Visualize subject-wise and daily attendance.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150876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361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1089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Understand whether attendance is improving or falling.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Analytics helps a teacher move from raw attendance entries to a clearer picture of student attendance.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The application can also identify at-risk subjects that need attention.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What-If Attendance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A planning feature for future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Enter the current attendance situation.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Enter the number of future classes the student plans to attend or may miss.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The calculator estimates the resulting attendance percentage.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This helps answer questions such as: “How many classes do I need to attend to reach my target?”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508760"/>
            <a:ext cx="3383280" cy="105156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48839"/>
            <a:ext cx="301752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Current: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788920"/>
            <a:ext cx="3383280" cy="105156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9535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Future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429000"/>
            <a:ext cx="301752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Attend 8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4069080"/>
            <a:ext cx="3383280" cy="105156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2336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709160"/>
            <a:ext cx="301752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Estimated new percentage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PDF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A simple way to share attendance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Generate a downloadable attendance report from the Analytics area.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The report can include student information, overall attendance and subject-wise details.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Reports are useful for record keeping and sharing attendance summaries.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A monthly report option is also available in the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600200"/>
            <a:ext cx="3291840" cy="192024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764792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PDF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240280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Student Profile</a:t>
            </a:r>
            <a:br/>
            <a:r>
              <a:t>Overall Summary</a:t>
            </a:r>
            <a:br/>
            <a:r>
              <a:t>Subject-wise Table</a:t>
            </a:r>
            <a:br/>
            <a:r>
              <a:t>Attendance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Tools used to build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Main programming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Used to build the web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Plotly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Interactive attendance charts.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154680"/>
            <a:ext cx="33832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41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3192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94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Stores attendance and application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54680"/>
            <a:ext cx="33832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C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192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Source code and version control.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IBM Bob in the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AI-assisted 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Used IBM Bob as an AI-assisted development partner during implementation.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Helped with Python/Streamlit code generation and refinement.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Assisted with debugging and fixing application issues.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Supported improvements to dashboard, analytics, What-If calculations and PDF reporting.</a:t>
            </a:r>
          </a:p>
          <a:p>
            <a:pPr>
              <a:spcAft>
                <a:spcPts val="1100"/>
              </a:spcAft>
              <a:defRPr sz="1800">
                <a:solidFill>
                  <a:srgbClr val="2D2D2D"/>
                </a:solidFill>
              </a:defRPr>
            </a:pPr>
            <a:r>
              <a:t>• The application was still tested locally and changes were reviewed before being committed.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What the project achieves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Reduces manual attendance management work.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Makes attendance percentages and trends easier to understand.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Helps identify subjects that need attention.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Provides a What-If tool for attendance planning.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Generates useful PDF reports.</a:t>
            </a: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t>• Provides a simple, teacher-friendly web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800600"/>
            <a:ext cx="6309360" cy="822960"/>
          </a:xfrm>
          <a:prstGeom prst="roundRect">
            <a:avLst/>
          </a:prstGeom>
          <a:solidFill>
            <a:srgbClr val="EEF4FA"/>
          </a:solidFill>
          <a:ln>
            <a:solidFill>
              <a:srgbClr val="41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4965192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756"/>
                </a:solidFill>
              </a:defRPr>
            </a:pPr>
            <a:r>
              <a:t>Project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5440680"/>
            <a:ext cx="5943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github.com/charchitmewara/smart-student-attendance-manager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Smart Student Attendance Manager  •  Hackathon  |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5715000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Team AttendX  •  Charchit Mewara &amp; Aditya Sharma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